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94" y="12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A6787-C95C-4FA0-BCED-CA712F0DA7CD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2208-BC9A-43FC-B33A-B51735593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1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A6787-C95C-4FA0-BCED-CA712F0DA7CD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2208-BC9A-43FC-B33A-B51735593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0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A6787-C95C-4FA0-BCED-CA712F0DA7CD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2208-BC9A-43FC-B33A-B51735593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3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A6787-C95C-4FA0-BCED-CA712F0DA7CD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2208-BC9A-43FC-B33A-B51735593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8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A6787-C95C-4FA0-BCED-CA712F0DA7CD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2208-BC9A-43FC-B33A-B51735593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5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A6787-C95C-4FA0-BCED-CA712F0DA7CD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2208-BC9A-43FC-B33A-B51735593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35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A6787-C95C-4FA0-BCED-CA712F0DA7CD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2208-BC9A-43FC-B33A-B51735593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1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A6787-C95C-4FA0-BCED-CA712F0DA7CD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2208-BC9A-43FC-B33A-B51735593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33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A6787-C95C-4FA0-BCED-CA712F0DA7CD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2208-BC9A-43FC-B33A-B51735593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47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A6787-C95C-4FA0-BCED-CA712F0DA7CD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2208-BC9A-43FC-B33A-B51735593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28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A6787-C95C-4FA0-BCED-CA712F0DA7CD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A2208-BC9A-43FC-B33A-B51735593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245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A6787-C95C-4FA0-BCED-CA712F0DA7CD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A2208-BC9A-43FC-B33A-B51735593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9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52401"/>
            <a:ext cx="8839200" cy="838199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COM 323: ASSEMBLY LANGUAGE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" y="1066800"/>
            <a:ext cx="8991600" cy="5791200"/>
          </a:xfrm>
        </p:spPr>
        <p:txBody>
          <a:bodyPr>
            <a:normAutofit fontScale="92500" lnSpcReduction="20000"/>
          </a:bodyPr>
          <a:lstStyle/>
          <a:p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COURSE SYNOPSIS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 TO PROGRAMMING LANGUAGES</a:t>
            </a:r>
          </a:p>
          <a:p>
            <a:pPr marL="457200" indent="-457200" algn="just">
              <a:buFont typeface="Wingdings" pitchFamily="2" charset="2"/>
              <a:buChar char="ü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Machine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Language</a:t>
            </a:r>
          </a:p>
          <a:p>
            <a:pPr marL="457200" indent="-457200" algn="just">
              <a:buFont typeface="Wingdings" pitchFamily="2" charset="2"/>
              <a:buChar char="ü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Low Level Language</a:t>
            </a:r>
          </a:p>
          <a:p>
            <a:pPr marL="457200" indent="-457200" algn="just">
              <a:buFont typeface="Wingdings" pitchFamily="2" charset="2"/>
              <a:buChar char="ü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High level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Language</a:t>
            </a:r>
          </a:p>
          <a:p>
            <a:pPr algn="just"/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TYPES OF ENCODING</a:t>
            </a:r>
          </a:p>
          <a:p>
            <a:pPr marL="457200" indent="-457200" algn="just">
              <a:buFont typeface="Wingdings" pitchFamily="2" charset="2"/>
              <a:buChar char="ü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American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Standard Code for Information Interchange (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ASCII)</a:t>
            </a:r>
          </a:p>
          <a:p>
            <a:pPr marL="457200" indent="-457200" algn="just">
              <a:buFont typeface="Wingdings" pitchFamily="2" charset="2"/>
              <a:buChar char="ü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Binary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Coded Decimal (BCD)</a:t>
            </a:r>
          </a:p>
          <a:p>
            <a:pPr marL="457200" indent="-457200" algn="just">
              <a:buFont typeface="Wingdings" pitchFamily="2" charset="2"/>
              <a:buChar char="ü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Extended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Binary Coded Decimal Interchange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Code(EBCDIC)</a:t>
            </a:r>
          </a:p>
          <a:p>
            <a:pPr algn="just"/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COMPUTER INSTRUCTION SET</a:t>
            </a:r>
          </a:p>
          <a:p>
            <a:pPr marL="285750" indent="-285750" algn="just">
              <a:buFont typeface="Wingdings" pitchFamily="2" charset="2"/>
              <a:buChar char="ü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Reduced instruction set</a:t>
            </a:r>
          </a:p>
          <a:p>
            <a:pPr marL="285750" indent="-285750" algn="just">
              <a:buFont typeface="Wingdings" pitchFamily="2" charset="2"/>
              <a:buChar char="ü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Complex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Instruction Set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Computers</a:t>
            </a:r>
            <a:r>
              <a:rPr lang="en-US" sz="1800" dirty="0" smtClean="0"/>
              <a:t> </a:t>
            </a:r>
          </a:p>
          <a:p>
            <a:pPr algn="just"/>
            <a:endParaRPr lang="en-US" sz="1800" dirty="0" smtClean="0"/>
          </a:p>
          <a:p>
            <a:pPr marL="285750" indent="-285750" algn="just">
              <a:buFont typeface="Wingdings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ASSEMBLING LANGUAGE OVERVIEW </a:t>
            </a:r>
            <a:endParaRPr lang="en-US" sz="18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Basic Terms in Assembly Language</a:t>
            </a:r>
          </a:p>
          <a:p>
            <a:pPr marL="285750" indent="-285750" algn="just">
              <a:buFont typeface="Wingdings" pitchFamily="2" charset="2"/>
              <a:buChar char="ü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Process of Assembly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Computer </a:t>
            </a:r>
            <a:r>
              <a:rPr lang="en-US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Architecture </a:t>
            </a: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Differences between High Level languages and Assembly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Language</a:t>
            </a:r>
          </a:p>
          <a:p>
            <a:pPr marL="285750" indent="-285750" algn="just">
              <a:buFont typeface="Wingdings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Applications of Assembly Language </a:t>
            </a:r>
          </a:p>
          <a:p>
            <a:endParaRPr lang="en-US" sz="18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803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334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INTRODUCTION TO PROGRAMMING LANGUAGES</a:t>
            </a:r>
            <a:br>
              <a:rPr lang="en-US" sz="24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8991600" cy="54403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Programmers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write instructions in various programming languages, some directly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understandable by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computers and others requiring intermediate translation steps.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Hundreds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computer languages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are in use today. These can be divided into three general types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Machine Language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Low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Level Language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High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level Language</a:t>
            </a:r>
          </a:p>
        </p:txBody>
      </p:sp>
    </p:spTree>
    <p:extLst>
      <p:ext uri="{BB962C8B-B14F-4D97-AF65-F5344CB8AC3E}">
        <p14:creationId xmlns:p14="http://schemas.microsoft.com/office/powerpoint/2010/main" val="154256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>
            <a:norm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MACHINE LANGUAGE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8991600" cy="6019799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Wingdings" pitchFamily="2" charset="2"/>
              <a:buChar char="ü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Machine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language 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“natural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language” of a computer and such is defined by its hardware design.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Machine languages generally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consist of strings of numbers (ultimately reduced to 1s and 0s) that instruct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computers to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perform their most elementary operations one at a time.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Machine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languages 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machine dependent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i.e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 particular machine language can be used on only one type of computer).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Advantages of Machine Language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i. It uses computer storage more efficiently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ii. It takes less time to process in a computer than any other programming language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Disadvantages of Machine Language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i. It is time consuming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ii. It is very tedious to write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iii. It is subject to human error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iv. It is expensive in program preparation and debugging stages</a:t>
            </a:r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787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LOW LEVEL LANGUAGE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0"/>
            <a:ext cx="8915400" cy="60198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ü"/>
            </a:pPr>
            <a:endParaRPr lang="en-US" sz="23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Machine Language were simply too slow and tedious for most programmers. Instead of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using strings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of numbers that computers could directly understand, programmers began using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English like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abbreviations to represent elementary operations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abbreviations form the basis of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Low Level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Language.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In low level language, instructions are coded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using mnemonics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 E.g.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DIV, ADD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SUB, MOV. Assembly language is an example of a low level language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ü"/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assembly language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is a low-level language for programming computers. It implements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 symbolic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representation of the numeric machine codes and other constants needed to program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 particular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CPU architecture. </a:t>
            </a: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05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8991600" cy="60960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Advantages of Low Level Language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i. It is more efficient than machine language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ii. Symbols make it easier to use than machine language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iii. It may be useful for security reasons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Disadvantages of Low Level Language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i. It is defined for a particular processor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ii. Assemblers are difficult to get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iii. Although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low level language codes are clearer to humans, they are incomprehensible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computers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until they are translated to machine language.</a:t>
            </a:r>
          </a:p>
        </p:txBody>
      </p:sp>
    </p:spTree>
    <p:extLst>
      <p:ext uri="{BB962C8B-B14F-4D97-AF65-F5344CB8AC3E}">
        <p14:creationId xmlns:p14="http://schemas.microsoft.com/office/powerpoint/2010/main" val="304612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HIGH LEVEL LANGUAGE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91600" cy="57912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Computers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usage increased rapidly with the advent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assembly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languages, but programmers still had to use many instructions to accomplish even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simplest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tasks.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speed up the programming process,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high level language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developed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which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simple statements could be written to accomplish substantial tasks.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Translator programs called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compilers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convert high level language programs into machine language. High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level language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allows programmers to write instructions that look almost like everyday English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contain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commonly used mathematical notations.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payroll program written in high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level language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might contain a statement such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grossPay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basePay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overTimePay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793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28600"/>
            <a:ext cx="8991600" cy="58975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Advantages of High Level Language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i. Compilers are easy to get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ii. It is easier to use than any other programming language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iii. It is easier to understand compared to any other programming language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Disadvantages of High Level Language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i. It takes more time to process in a computer than any other programming language</a:t>
            </a:r>
          </a:p>
        </p:txBody>
      </p:sp>
    </p:spTree>
    <p:extLst>
      <p:ext uri="{BB962C8B-B14F-4D97-AF65-F5344CB8AC3E}">
        <p14:creationId xmlns:p14="http://schemas.microsoft.com/office/powerpoint/2010/main" val="2732453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621</Words>
  <Application>Microsoft Office PowerPoint</Application>
  <PresentationFormat>On-screen Show (4:3)</PresentationFormat>
  <Paragraphs>71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COM 323: ASSEMBLY LANGUAGE</vt:lpstr>
      <vt:lpstr> INTRODUCTION TO PROGRAMMING LANGUAGES </vt:lpstr>
      <vt:lpstr>MACHINE LANGUAGE</vt:lpstr>
      <vt:lpstr>LOW LEVEL LANGUAGE</vt:lpstr>
      <vt:lpstr>PowerPoint Presentation</vt:lpstr>
      <vt:lpstr>HIGH LEVEL LANGUAGE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OGAH</dc:creator>
  <cp:lastModifiedBy>OGAH</cp:lastModifiedBy>
  <cp:revision>15</cp:revision>
  <dcterms:created xsi:type="dcterms:W3CDTF">2023-07-06T13:49:36Z</dcterms:created>
  <dcterms:modified xsi:type="dcterms:W3CDTF">2023-07-12T13:25:11Z</dcterms:modified>
</cp:coreProperties>
</file>