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31A7-55E0-4A09-9485-7D677DA3C74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D47B-C354-4D43-9BD9-054FE0441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92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31A7-55E0-4A09-9485-7D677DA3C74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D47B-C354-4D43-9BD9-054FE0441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5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31A7-55E0-4A09-9485-7D677DA3C74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D47B-C354-4D43-9BD9-054FE0441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3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31A7-55E0-4A09-9485-7D677DA3C74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D47B-C354-4D43-9BD9-054FE0441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22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31A7-55E0-4A09-9485-7D677DA3C74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D47B-C354-4D43-9BD9-054FE0441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21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31A7-55E0-4A09-9485-7D677DA3C74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D47B-C354-4D43-9BD9-054FE0441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53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31A7-55E0-4A09-9485-7D677DA3C74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D47B-C354-4D43-9BD9-054FE0441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7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31A7-55E0-4A09-9485-7D677DA3C74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D47B-C354-4D43-9BD9-054FE0441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15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31A7-55E0-4A09-9485-7D677DA3C74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D47B-C354-4D43-9BD9-054FE0441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8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31A7-55E0-4A09-9485-7D677DA3C74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D47B-C354-4D43-9BD9-054FE0441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5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31A7-55E0-4A09-9485-7D677DA3C74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D47B-C354-4D43-9BD9-054FE0441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43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F31A7-55E0-4A09-9485-7D677DA3C74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2D47B-C354-4D43-9BD9-054FE0441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9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1"/>
            <a:ext cx="7772400" cy="609599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COMPUTER ARCHITECTURE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" y="685800"/>
            <a:ext cx="8915400" cy="60198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relationship between hardware (stuff you can touch) and software (programs, code). I can design a computer that has hardware which executes programs in any programming language. For example: a computer that directly executes Pascal. </a:t>
            </a:r>
          </a:p>
          <a:p>
            <a:pPr algn="just">
              <a:lnSpc>
                <a:spcPct val="200000"/>
              </a:lnSpc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 just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that: 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From experience (in the engineering community), we know that the hardware that executes HLL programs directly are slower than those that execute a more simple, basic set of instructions. 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Usability of the machine. Not everyone wants a Pascal machine. ANY high level language can be translated into assembly language. </a:t>
            </a:r>
          </a:p>
        </p:txBody>
      </p:sp>
    </p:spTree>
    <p:extLst>
      <p:ext uri="{BB962C8B-B14F-4D97-AF65-F5344CB8AC3E}">
        <p14:creationId xmlns:p14="http://schemas.microsoft.com/office/powerpoint/2010/main" val="219618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15400" cy="65532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whatever language you are writing programs, it will look like you have a machine that executes those programs directly.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BASIC COMPUTER OPERATION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Simplified diagram of a computer system (hardware!)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-------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----------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|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CPU | &lt;---------&gt; | memory |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-------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| ----------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 |   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 |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-------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|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I/O |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-------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87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15400" cy="6629400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CPU -- controls the running of programs, executes instructions, makes requests of the memory. CPU stands for central processing unit.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20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CPU and processor are synonyms (book uses the term processor)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200000"/>
              </a:lnSpc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Memory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-- where programs and program variables are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stored,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handles requests from the CPU </a:t>
            </a:r>
          </a:p>
        </p:txBody>
      </p:sp>
    </p:spTree>
    <p:extLst>
      <p:ext uri="{BB962C8B-B14F-4D97-AF65-F5344CB8AC3E}">
        <p14:creationId xmlns:p14="http://schemas.microsoft.com/office/powerpoint/2010/main" val="675332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15400" cy="6629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Fetch and execute instruction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How does the CPU execute a program ? CPU executes a program by repeatedly fetching one instruction from memory and executing the instruction in an endless cycle called the Fetch/ Execute Cycle.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execute a program , CPU implements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cycle in five steps as below: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General Fetch/ Execute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Initialize CPU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Fetch instruction at IP (PC)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PC = next instruction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address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Decode instruction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Execute operation OP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/>
              <a:t>**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Intel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calls PC an IP, others call it PC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282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320</Words>
  <Application>Microsoft Office PowerPoint</Application>
  <PresentationFormat>On-screen Show (4:3)</PresentationFormat>
  <Paragraphs>31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COMPUTER ARCHITECTURE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</dc:title>
  <dc:creator>OGAH</dc:creator>
  <cp:lastModifiedBy>OGAH</cp:lastModifiedBy>
  <cp:revision>6</cp:revision>
  <dcterms:created xsi:type="dcterms:W3CDTF">2023-07-11T19:31:37Z</dcterms:created>
  <dcterms:modified xsi:type="dcterms:W3CDTF">2023-07-11T20:07:13Z</dcterms:modified>
</cp:coreProperties>
</file>