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9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5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9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7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75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30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1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6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C7D61-1844-4CED-BE56-639BE7E9028A}" type="datetimeFigureOut">
              <a:rPr lang="en-US" smtClean="0"/>
              <a:t>7/12/2023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87416-F18A-4310-BE87-B1407E5FD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838199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2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Differences between High Level languages and Assembly Language</a:t>
            </a:r>
            <a:br>
              <a:rPr lang="en-US" sz="2800" b="1" dirty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066800"/>
            <a:ext cx="8839200" cy="5638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Assembly language is different from higher level languages like java, C++, etc. in many ways, let’s discuss them one by one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High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level languages like java, C++, etc. have one to many relationship with machine code and assembly language. One statement of java or C++ expands into many assembly language commands.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Example: we have following two instructions in C++ and when they are converted in assembly language, number of instructions is 5. So, there is a one to many relationship for the high level languages with the assembly language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180140"/>
              </p:ext>
            </p:extLst>
          </p:nvPr>
        </p:nvGraphicFramePr>
        <p:xfrm>
          <a:off x="762000" y="5181600"/>
          <a:ext cx="4057650" cy="12372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7900"/>
                <a:gridCol w="1809750"/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C++ code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Assembly code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 varY;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Int varX = (varY + 14) * 13;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mov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edx</a:t>
                      </a:r>
                      <a:r>
                        <a:rPr lang="en-US" sz="1200" dirty="0">
                          <a:effectLst/>
                        </a:rPr>
                        <a:t>, vary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add edx,14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mov</a:t>
                      </a:r>
                      <a:r>
                        <a:rPr lang="en-US" sz="1200" dirty="0">
                          <a:effectLst/>
                        </a:rPr>
                        <a:t> ecx,13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imul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ecx</a:t>
                      </a:r>
                      <a:r>
                        <a:rPr lang="en-US" sz="1200" dirty="0">
                          <a:effectLst/>
                        </a:rPr>
                        <a:t/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 err="1">
                          <a:effectLst/>
                        </a:rPr>
                        <a:t>mov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varX,edx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61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915400" cy="655320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Programs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written using high level languages like c#, etc. have the ability to run on just any computer but the assembly language is written for that exact processor family.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High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level language is converted into assembly language and then into machine code as shown below in the diagram.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 Assembly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language can control the machine code better as compared to high level languages.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 Manipulation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bits is easier in assembly language as compared to high level languages.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6. Assembly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language can access any memory but the high level languages can’t.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5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91600" cy="6553200"/>
          </a:xfrm>
        </p:spPr>
        <p:txBody>
          <a:bodyPr>
            <a:normAutofit fontScale="92500" lnSpcReduction="20000"/>
          </a:bodyPr>
          <a:lstStyle/>
          <a:p>
            <a:pPr marL="0" lvl="0" indent="0" algn="just">
              <a:lnSpc>
                <a:spcPct val="20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7. As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high level languages are structures, so they are easy to maintain as compared to assembly language.</a:t>
            </a:r>
          </a:p>
          <a:p>
            <a:pPr marL="0" lvl="0" indent="0" algn="just">
              <a:lnSpc>
                <a:spcPct val="20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8. In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high level languages the executable code is huge and hence it sometimes not efficient. But the assembly language is more efficient as it has smaller executable code.</a:t>
            </a:r>
          </a:p>
          <a:p>
            <a:pPr marL="0" lvl="0" indent="0" algn="just">
              <a:lnSpc>
                <a:spcPct val="20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9. 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assembly language programmer must know about the hardware such as registers, etc. but the high level language programmer doesn’t need to know such kind of stuff.</a:t>
            </a:r>
          </a:p>
          <a:p>
            <a:pPr marL="0" lvl="0" indent="0" algn="just">
              <a:lnSpc>
                <a:spcPct val="20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10. In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assembly language we deal with the pointers at the physical level but in the high level languages the pointers details are hidden.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60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Applications of Assembly Language </a:t>
            </a:r>
            <a:b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6019800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are number of applications of assembly language:</a:t>
            </a:r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Different programming languages are used to make different applications or sometimes a part of the application. There are few applications like: hardware interface, device drivers, etc. are written using assembly. But the scientific, commercial, etc. applications are written more efficiently in high level languages.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following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are the various applications that are made using assembly language. Hence, it is used: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4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marL="514350" lvl="0" indent="-514350" algn="just">
              <a:lnSpc>
                <a:spcPct val="200000"/>
              </a:lnSpc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writing business apps. Which are used at single/multiple organization platforms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 algn="just">
              <a:lnSpc>
                <a:spcPct val="20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20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 For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drivers which are used in hardware devices like: VGA drivers etc. as they have to effect directly to the computer’s hardware.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99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655320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20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 In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developing games played on computer systems. As, they have to utilize specific amount of memory to deal with a specific event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 algn="just">
              <a:lnSpc>
                <a:spcPct val="20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20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4. Also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embedded systems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indent="0" algn="just">
              <a:lnSpc>
                <a:spcPct val="20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200000"/>
              </a:lnSpc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5. In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bios of the system for boot code.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57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504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  Differences between High Level languages and Assembly Language </vt:lpstr>
      <vt:lpstr>PowerPoint Presentation</vt:lpstr>
      <vt:lpstr>PowerPoint Presentation</vt:lpstr>
      <vt:lpstr> Applications of Assembly Language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OGAH</dc:creator>
  <cp:lastModifiedBy>OGAH</cp:lastModifiedBy>
  <cp:revision>7</cp:revision>
  <dcterms:created xsi:type="dcterms:W3CDTF">2023-07-12T13:09:31Z</dcterms:created>
  <dcterms:modified xsi:type="dcterms:W3CDTF">2023-07-12T13:44:52Z</dcterms:modified>
</cp:coreProperties>
</file>