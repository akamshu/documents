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4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3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9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8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6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86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0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3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7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FE86E-C1B9-4281-ABB2-ABE10C35398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5FEE0-83C3-4615-B4B7-E6CED4224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6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685799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COMPUTER INSTRUCTION SET</a:t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838200"/>
            <a:ext cx="8915400" cy="59436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 set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a list of all the instructions, and all their variations, that a </a:t>
            </a: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processor (or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the case of a virtual machine, an interpreter) can execute.</a:t>
            </a:r>
          </a:p>
          <a:p>
            <a:pPr marL="342900" indent="-34290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Arithmetic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such as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subtract</a:t>
            </a:r>
          </a:p>
          <a:p>
            <a:pPr marL="342900" indent="-34290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Logic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instructions such as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not</a:t>
            </a:r>
          </a:p>
          <a:p>
            <a:pPr marL="342900" indent="-34290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instructions such as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move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</a:t>
            </a:r>
          </a:p>
          <a:p>
            <a:pPr marL="342900" indent="-34290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flow instructions such </a:t>
            </a: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3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... </a:t>
            </a:r>
            <a:r>
              <a:rPr lang="en-US" sz="23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3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 set</a:t>
            </a: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 set architecture </a:t>
            </a: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(ISA), is the part of the </a:t>
            </a:r>
            <a:r>
              <a:rPr lang="en-US" sz="2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 architecture </a:t>
            </a: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related to programming, including the native data types, instructions, </a:t>
            </a:r>
            <a:r>
              <a:rPr lang="en-US" sz="2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registers, addressing </a:t>
            </a: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modes, memory architecture, interrupt and exception handling, and external I/O</a:t>
            </a:r>
            <a:r>
              <a:rPr lang="en-US" sz="2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60000"/>
              </a:lnSpc>
              <a:buFont typeface="Wingdings" pitchFamily="2" charset="2"/>
              <a:buChar char="Ø"/>
            </a:pPr>
            <a:endParaRPr lang="en-US" sz="21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ISA includes a specification of the set of </a:t>
            </a:r>
            <a:r>
              <a:rPr lang="en-US" sz="21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opcodes</a:t>
            </a: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(machine language), the </a:t>
            </a:r>
            <a:r>
              <a:rPr lang="en-US" sz="2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native commands </a:t>
            </a:r>
            <a:r>
              <a:rPr lang="en-US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implemented by a particular CPU design.</a:t>
            </a:r>
          </a:p>
        </p:txBody>
      </p:sp>
    </p:spTree>
    <p:extLst>
      <p:ext uri="{BB962C8B-B14F-4D97-AF65-F5344CB8AC3E}">
        <p14:creationId xmlns:p14="http://schemas.microsoft.com/office/powerpoint/2010/main" val="297985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Reduced Instruction Set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acronym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RISC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(pronounced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risk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), for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reduced instruction set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computing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represents a CPU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design strategy emphasizing the insight that simplified instructions that "do less" may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still provide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higher performance if this simplicity can be utilized to make instructions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execute very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quickly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Reduced Instruction Set Computers have a small number of simple, frequently used instructions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Complex Instruction Set Computers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omplex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nstruction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omputers include as many instructions as users might need to write efficient programs.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24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 smtClean="0"/>
              <a:t>    Features</a:t>
            </a:r>
            <a:r>
              <a:rPr lang="en-US" sz="1400" b="1" dirty="0"/>
              <a:t>	</a:t>
            </a:r>
            <a:r>
              <a:rPr lang="en-US" sz="1400" b="1" dirty="0" smtClean="0"/>
              <a:t>                                            CISC </a:t>
            </a:r>
            <a:r>
              <a:rPr lang="en-US" sz="1400" b="1" dirty="0"/>
              <a:t>		</a:t>
            </a:r>
            <a:r>
              <a:rPr lang="en-US" sz="1400" b="1" dirty="0" smtClean="0"/>
              <a:t>                                   RISC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Semantic Gap 		Low 		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                      High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Code Size 		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           Small                                                                Large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but RAMs are cheap!</a:t>
            </a:r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Cost 			High 		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                        Low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Speed 			Fast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only if the compiler generates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Slower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, but the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problem </a:t>
            </a:r>
          </a:p>
          <a:p>
            <a:pPr marL="0" indent="0">
              <a:buNone/>
            </a:pPr>
            <a:r>
              <a:rPr lang="en-US" sz="1400" i="1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appropriate </a:t>
            </a:r>
            <a:r>
              <a:rPr lang="en-US" sz="1400" i="1" smtClean="0">
                <a:latin typeface="Times New Roman" pitchFamily="18" charset="0"/>
                <a:cs typeface="Times New Roman" pitchFamily="18" charset="0"/>
              </a:rPr>
              <a:t>code                                   </a:t>
            </a:r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is overcome using more registers </a:t>
            </a:r>
            <a:r>
              <a:rPr lang="en-US" sz="1400" i="1" smtClean="0">
                <a:latin typeface="Times New Roman" pitchFamily="18" charset="0"/>
                <a:cs typeface="Times New Roman" pitchFamily="18" charset="0"/>
              </a:rPr>
              <a:t>and  	                                                                                                        pipelining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			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/>
              <a:t> 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2186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ASSIGNMENT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562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Enumerate why Assembly Language is favored/preferred over the High Level Languages.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41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253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 COMPUTER INSTRUCTION SET </vt:lpstr>
      <vt:lpstr>PowerPoint Presentation</vt:lpstr>
      <vt:lpstr>PowerPoint Presentation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COMPUTER INSTRUCTION SET </dc:title>
  <dc:creator>OGAH</dc:creator>
  <cp:lastModifiedBy>OGAH</cp:lastModifiedBy>
  <cp:revision>8</cp:revision>
  <dcterms:created xsi:type="dcterms:W3CDTF">2023-07-07T07:16:15Z</dcterms:created>
  <dcterms:modified xsi:type="dcterms:W3CDTF">2023-07-22T04:39:03Z</dcterms:modified>
</cp:coreProperties>
</file>