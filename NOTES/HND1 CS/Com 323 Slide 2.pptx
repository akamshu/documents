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9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56502-888A-4F98-B180-E01C997D624B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3C4F-CB78-4BE5-AC3A-E4263874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27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56502-888A-4F98-B180-E01C997D624B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3C4F-CB78-4BE5-AC3A-E4263874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28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56502-888A-4F98-B180-E01C997D624B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3C4F-CB78-4BE5-AC3A-E4263874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04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56502-888A-4F98-B180-E01C997D624B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3C4F-CB78-4BE5-AC3A-E4263874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37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56502-888A-4F98-B180-E01C997D624B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3C4F-CB78-4BE5-AC3A-E4263874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10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56502-888A-4F98-B180-E01C997D624B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3C4F-CB78-4BE5-AC3A-E4263874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64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56502-888A-4F98-B180-E01C997D624B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3C4F-CB78-4BE5-AC3A-E4263874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1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56502-888A-4F98-B180-E01C997D624B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3C4F-CB78-4BE5-AC3A-E4263874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95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56502-888A-4F98-B180-E01C997D624B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3C4F-CB78-4BE5-AC3A-E4263874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11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56502-888A-4F98-B180-E01C997D624B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3C4F-CB78-4BE5-AC3A-E4263874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201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56502-888A-4F98-B180-E01C997D624B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43C4F-CB78-4BE5-AC3A-E4263874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18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56502-888A-4F98-B180-E01C997D624B}" type="datetimeFigureOut">
              <a:rPr lang="en-US" smtClean="0"/>
              <a:t>7/7/2023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43C4F-CB78-4BE5-AC3A-E42638748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57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83819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TYPES OF ENCODING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990600"/>
            <a:ext cx="8763000" cy="5715000"/>
          </a:xfrm>
        </p:spPr>
        <p:txBody>
          <a:bodyPr>
            <a:normAutofit lnSpcReduction="10000"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numbers, letters and words are represented by a special group of symbols, this is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called “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Encoding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the group of symbol encoded is called a “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code”. 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Any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decimal number can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 represented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by an equivalent binary number. When a decimal number is represented by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its equivalent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binary number, it is called “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straight binary coding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Basically, there are three methods of encoding and they are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American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Standard Code for Information Interchange (ASCII)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Binary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Coded Decimal (BCD)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Extended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Binary Coded Decimal Interchange Code(EBCDIC)</a:t>
            </a:r>
          </a:p>
        </p:txBody>
      </p:sp>
    </p:spTree>
    <p:extLst>
      <p:ext uri="{BB962C8B-B14F-4D97-AF65-F5344CB8AC3E}">
        <p14:creationId xmlns:p14="http://schemas.microsoft.com/office/powerpoint/2010/main" val="3845943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ASCII CODING SYSTEM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8839200" cy="57912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b="1" dirty="0"/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addition to numeric data, a computer must be able to handle non- numeric information.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order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words, a computer should recognize codes that represents letters of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alphabets, punctuation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marks, other special characters as well as numbers.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codes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called </a:t>
            </a:r>
            <a:r>
              <a:rPr lang="en-US" sz="2000" b="1" i="1" dirty="0" smtClean="0">
                <a:latin typeface="Times New Roman" pitchFamily="18" charset="0"/>
                <a:cs typeface="Times New Roman" pitchFamily="18" charset="0"/>
              </a:rPr>
              <a:t>alphanumeric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codes.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most widely used alphanumeric code is ASCII code (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American Standard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Code for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Information Interchange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). ASCII is used in most micro computers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mini computers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in many main frames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ASCII code is a seven bit code, thus it has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27=128 possible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code groups. In the 7 bits code, the first 3 bits represent the zone bits and the last 4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bits represent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numeric bits.</a:t>
            </a:r>
          </a:p>
        </p:txBody>
      </p:sp>
    </p:spTree>
    <p:extLst>
      <p:ext uri="{BB962C8B-B14F-4D97-AF65-F5344CB8AC3E}">
        <p14:creationId xmlns:p14="http://schemas.microsoft.com/office/powerpoint/2010/main" val="1622061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915400" cy="65532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Despite some major shortcomings, ASCII data is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standard for data interchange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across computer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systems and programs. Most programs can accept ASCII data; likewise most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programs can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produce ASCII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summary of ASCII table is shown below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Characters                  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Zonebits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Numeric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bits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0-9                               011                     0000-1001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A-O                           100                     0001-1111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P-Z                            101                 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0000-1010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a-o                            110                   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0001-1111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      p-z                           111                     0000-1010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97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BINARY CODED DECIMAL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791200"/>
          </a:xfrm>
        </p:spPr>
        <p:txBody>
          <a:bodyPr>
            <a:normAutofit lnSpcReduction="10000"/>
          </a:bodyPr>
          <a:lstStyle/>
          <a:p>
            <a:endParaRPr lang="en-US" b="1" dirty="0"/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each digit of a decimal number is represented by binary equivalence, this produces 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code called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Binary Coded Decimal.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Since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decimal digit can be as large as 9, 4 bits are required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 code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each digit in the decimal number. E.g.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87410 = 1000011101002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94310 = 1001010000112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Only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four bits binary numbers from 0000 through 1001 are used for binary coded decimal.</a:t>
            </a:r>
          </a:p>
        </p:txBody>
      </p:sp>
    </p:spTree>
    <p:extLst>
      <p:ext uri="{BB962C8B-B14F-4D97-AF65-F5344CB8AC3E}">
        <p14:creationId xmlns:p14="http://schemas.microsoft.com/office/powerpoint/2010/main" val="2473818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EBCDIC CODING SYSTEM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85800"/>
            <a:ext cx="8991600" cy="60198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EBCDIC is an acronym for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Extended Binary Coded Decimal Interchange Code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IBM developed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code for use on its computers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EBCDIC, eight bits are used to represent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each character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i.e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256 characters can be represented.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IBM minicomputers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mainframe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computers use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EBCDIC.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eight bits can as well be divided into two. The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zonebits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numeric bits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each is represented by 4bits.</a:t>
            </a:r>
          </a:p>
        </p:txBody>
      </p:sp>
    </p:spTree>
    <p:extLst>
      <p:ext uri="{BB962C8B-B14F-4D97-AF65-F5344CB8AC3E}">
        <p14:creationId xmlns:p14="http://schemas.microsoft.com/office/powerpoint/2010/main" val="157617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Examples on Conversion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8915400" cy="5943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Represent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Bez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in binary format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Since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Bez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contains an alphabets, the ASCII representation is suitable for this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conversion.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B- 100 0010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e- 110 0101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z- 111 1010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Answer: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100001011001011111010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--- Use the table in the PDF other values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Convert 1001000 1000101 1001100 1010000 to ASCII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1001000- H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1000101- 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1001100- L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1010000- P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Answer: HELP</a:t>
            </a:r>
          </a:p>
        </p:txBody>
      </p:sp>
    </p:spTree>
    <p:extLst>
      <p:ext uri="{BB962C8B-B14F-4D97-AF65-F5344CB8AC3E}">
        <p14:creationId xmlns:p14="http://schemas.microsoft.com/office/powerpoint/2010/main" val="3673009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"/>
            <a:ext cx="8991600" cy="65532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Convert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HELP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 binary using EBCDIC coding system.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Solution: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sz="2000" dirty="0">
                <a:latin typeface="Times New Roman" pitchFamily="18" charset="0"/>
                <a:cs typeface="Times New Roman" pitchFamily="18" charset="0"/>
              </a:rPr>
              <a:t>H- 11001000, E- 11000101, L- 11010011, P- 11010111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Answer = 11001000110001011101001111010111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4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542</Words>
  <Application>Microsoft Office PowerPoint</Application>
  <PresentationFormat>On-screen Show (4:3)</PresentationFormat>
  <Paragraphs>60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TYPES OF ENCODING</vt:lpstr>
      <vt:lpstr>ASCII CODING SYSTEM</vt:lpstr>
      <vt:lpstr>PowerPoint Presentation</vt:lpstr>
      <vt:lpstr>BINARY CODED DECIMAL</vt:lpstr>
      <vt:lpstr>EBCDIC CODING SYSTEM</vt:lpstr>
      <vt:lpstr>Examples on Conversion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ENCODING</dc:title>
  <dc:creator>OGAH</dc:creator>
  <cp:lastModifiedBy>OGAH</cp:lastModifiedBy>
  <cp:revision>10</cp:revision>
  <dcterms:created xsi:type="dcterms:W3CDTF">2023-07-07T04:59:48Z</dcterms:created>
  <dcterms:modified xsi:type="dcterms:W3CDTF">2023-07-07T07:38:59Z</dcterms:modified>
</cp:coreProperties>
</file>